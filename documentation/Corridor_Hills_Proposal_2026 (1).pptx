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6858000" cy="9829800"/>
  <p:notesSz cx="98298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orridor-hills-residence.vercel.app/" TargetMode="External"/><Relationship Id="rId3" Type="http://schemas.openxmlformats.org/officeDocument/2006/relationships/hyperlink" Target="https://github.com/Drey780822/corridor-hills-residence" TargetMode="External"/><Relationship Id="rId4" Type="http://schemas.openxmlformats.org/officeDocument/2006/relationships/hyperlink" Target="https://drive.google.com/drive/folders/1ob5IkAOzRoFCLhCjUIOINcl0WFF1vOLs?usp=drive_link" TargetMode="External"/><Relationship Id="rId1" Type="http://schemas.openxmlformats.org/officeDocument/2006/relationships/image" Target="../media/image-2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slide_imgs/slide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829800"/>
          </a:xfrm>
          <a:prstGeom prst="rect">
            <a:avLst/>
          </a:prstGeom>
        </p:spPr>
      </p:pic>
      <p:sp>
        <p:nvSpPr>
          <p:cNvPr id="3" name="Shape 0">
            <a:hlinkClick r:id="rId2" tooltip=""/>
          </p:cNvPr>
          <p:cNvSpPr/>
          <p:nvPr/>
        </p:nvSpPr>
        <p:spPr>
          <a:xfrm>
            <a:off x="457200" y="7315200"/>
            <a:ext cx="1828800" cy="1280160"/>
          </a:xfrm>
          <a:prstGeom prst="rect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2468880" y="7315200"/>
            <a:ext cx="1920240" cy="1280160"/>
          </a:xfrm>
          <a:prstGeom prst="rect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>
            <a:hlinkClick r:id="rId4" tooltip=""/>
          </p:cNvPr>
          <p:cNvSpPr/>
          <p:nvPr/>
        </p:nvSpPr>
        <p:spPr>
          <a:xfrm>
            <a:off x="4572000" y="7315200"/>
            <a:ext cx="1828800" cy="1280160"/>
          </a:xfrm>
          <a:prstGeom prst="rect">
            <a:avLst/>
          </a:prstGeom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Corridor Hills - Digital Maintenance &amp; Residence Operations Platform</dc:title>
  <dc:subject>Student Innovation Challenge Proposal 2026</dc:subject>
  <dc:creator>Corridor Hills Residence - TUT</dc:creator>
  <cp:lastModifiedBy>Corridor Hills Residence - TUT</cp:lastModifiedBy>
  <cp:revision>1</cp:revision>
  <dcterms:created xsi:type="dcterms:W3CDTF">2026-09-29T12:35:36Z</dcterms:created>
  <dcterms:modified xsi:type="dcterms:W3CDTF">2026-09-29T12:35:36Z</dcterms:modified>
</cp:coreProperties>
</file>